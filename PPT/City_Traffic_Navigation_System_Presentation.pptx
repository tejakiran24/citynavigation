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Oval 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0" y="2226503"/>
            <a:ext cx="5917679" cy="255087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0" y="4777380"/>
            <a:ext cx="5917679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498080" y="1828800"/>
            <a:ext cx="990599" cy="22865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236208" y="3264408"/>
            <a:ext cx="3859795" cy="228660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336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927098"/>
            <a:ext cx="6343672" cy="70986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21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6200000">
              <a:off x="3105027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/>
            <p:nvPr/>
          </p:nvSpPr>
          <p:spPr bwMode="gray">
            <a:xfrm rot="15687606">
              <a:off x="3320102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7534" y="2257588"/>
            <a:ext cx="3090672" cy="3020344"/>
          </a:xfrm>
        </p:spPr>
        <p:txBody>
          <a:bodyPr anchor="ctr"/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9261" y="2257588"/>
            <a:ext cx="3082516" cy="302034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41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440" y="2489200"/>
            <a:ext cx="3636980" cy="35306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81" y="2489203"/>
            <a:ext cx="3636980" cy="3530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713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9918" y="2489200"/>
            <a:ext cx="3633502" cy="75929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440" y="3248490"/>
            <a:ext cx="3636980" cy="277131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81" y="2489200"/>
            <a:ext cx="3636979" cy="75663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81" y="3245835"/>
            <a:ext cx="3636980" cy="27739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43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678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2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548536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2" name="Freeform 5"/>
            <p:cNvSpPr/>
            <p:nvPr/>
          </p:nvSpPr>
          <p:spPr bwMode="gray">
            <a:xfrm rot="15687606">
              <a:off x="2769747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447800"/>
            <a:ext cx="2712590" cy="1495588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8927" y="1447800"/>
            <a:ext cx="3632850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1" y="3086845"/>
            <a:ext cx="2712589" cy="2933701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6298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852610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 rot="15687606">
              <a:off x="3074559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381390"/>
            <a:ext cx="2987089" cy="157480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22909" y="1320800"/>
            <a:ext cx="2791102" cy="42164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086100"/>
            <a:ext cx="2987089" cy="24511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1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10204164">
              <a:off x="426788" y="456424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6" name="Rectangle 15"/>
            <p:cNvSpPr/>
            <p:nvPr/>
          </p:nvSpPr>
          <p:spPr>
            <a:xfrm>
              <a:off x="421503" y="402165"/>
              <a:ext cx="8327939" cy="3141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0800000">
              <a:off x="485023" y="2670079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4961454"/>
            <a:ext cx="642200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1" y="685800"/>
            <a:ext cx="6422004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0" y="5528192"/>
            <a:ext cx="6422004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534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2780895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Rectangle 8"/>
            <p:cNvSpPr/>
            <p:nvPr/>
          </p:nvSpPr>
          <p:spPr>
            <a:xfrm>
              <a:off x="485023" y="4343399"/>
              <a:ext cx="8182128" cy="2112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>
              <a:off x="485023" y="2854646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2005" cy="16927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488023"/>
            <a:ext cx="6422005" cy="2536857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9401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430920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10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3" name="TextBox 22"/>
          <p:cNvSpPr txBox="1"/>
          <p:nvPr/>
        </p:nvSpPr>
        <p:spPr bwMode="gray">
          <a:xfrm>
            <a:off x="647430" y="651690"/>
            <a:ext cx="60159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 bwMode="gray">
          <a:xfrm>
            <a:off x="7069418" y="2900292"/>
            <a:ext cx="6190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8060" y="927099"/>
            <a:ext cx="6160385" cy="2882179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387278" y="3809278"/>
            <a:ext cx="5646143" cy="333113"/>
          </a:xfrm>
        </p:spPr>
        <p:txBody>
          <a:bodyPr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5000816"/>
            <a:ext cx="6343673" cy="101061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391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/>
            <p:nvPr/>
          </p:nvSpPr>
          <p:spPr bwMode="gray">
            <a:xfrm rot="21010068">
              <a:off x="6359946" y="431124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7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2057400"/>
            <a:ext cx="6422005" cy="20955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1" y="5024908"/>
            <a:ext cx="6422004" cy="994891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4223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3593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2489200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440" y="3147164"/>
            <a:ext cx="2313432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05614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08471" y="3147164"/>
            <a:ext cx="2318918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60935" y="3147164"/>
            <a:ext cx="2316625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294530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546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345260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4179596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9055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439" y="4837558"/>
            <a:ext cx="2313432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11125" y="4179595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53189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11125" y="484820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4179596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08641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58642" y="483755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0" name="Straight Connector 39"/>
          <p:cNvCxnSpPr/>
          <p:nvPr/>
        </p:nvCxnSpPr>
        <p:spPr>
          <a:xfrm>
            <a:off x="3290019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548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1301" y="6387910"/>
            <a:ext cx="990599" cy="228659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6133" y="6387910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765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20420" cy="6860798"/>
            <a:chOff x="-1588" y="0"/>
            <a:chExt cx="9120420" cy="6860798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4966650">
              <a:off x="4673046" y="5107506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</p:grpSp>
      <p:sp>
        <p:nvSpPr>
          <p:cNvPr id="17" name="Rectangle 16"/>
          <p:cNvSpPr/>
          <p:nvPr/>
        </p:nvSpPr>
        <p:spPr>
          <a:xfrm>
            <a:off x="414867" y="402165"/>
            <a:ext cx="4610565" cy="605367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 bwMode="gray">
          <a:xfrm rot="5400000">
            <a:off x="1299309" y="1765596"/>
            <a:ext cx="5995993" cy="3326809"/>
          </a:xfrm>
          <a:custGeom>
            <a:avLst/>
            <a:gdLst/>
            <a:ahLst/>
            <a:cxnLst/>
            <a:rect l="0" t="0" r="r" b="b"/>
            <a:pathLst>
              <a:path w="4960" h="2752">
                <a:moveTo>
                  <a:pt x="0" y="0"/>
                </a:moveTo>
                <a:lnTo>
                  <a:pt x="0" y="324"/>
                </a:lnTo>
                <a:lnTo>
                  <a:pt x="0" y="1992"/>
                </a:lnTo>
                <a:lnTo>
                  <a:pt x="0" y="2752"/>
                </a:lnTo>
                <a:lnTo>
                  <a:pt x="4960" y="2752"/>
                </a:lnTo>
                <a:lnTo>
                  <a:pt x="4960" y="1992"/>
                </a:lnTo>
                <a:lnTo>
                  <a:pt x="4960" y="324"/>
                </a:lnTo>
                <a:lnTo>
                  <a:pt x="4960" y="0"/>
                </a:lnTo>
                <a:lnTo>
                  <a:pt x="4960" y="0"/>
                </a:lnTo>
                <a:lnTo>
                  <a:pt x="4734" y="34"/>
                </a:lnTo>
                <a:lnTo>
                  <a:pt x="4510" y="64"/>
                </a:lnTo>
                <a:lnTo>
                  <a:pt x="4284" y="90"/>
                </a:lnTo>
                <a:lnTo>
                  <a:pt x="4060" y="114"/>
                </a:lnTo>
                <a:lnTo>
                  <a:pt x="3836" y="132"/>
                </a:lnTo>
                <a:lnTo>
                  <a:pt x="3614" y="146"/>
                </a:lnTo>
                <a:lnTo>
                  <a:pt x="3392" y="158"/>
                </a:lnTo>
                <a:lnTo>
                  <a:pt x="3174" y="166"/>
                </a:lnTo>
                <a:lnTo>
                  <a:pt x="2960" y="172"/>
                </a:lnTo>
                <a:lnTo>
                  <a:pt x="2748" y="174"/>
                </a:lnTo>
                <a:lnTo>
                  <a:pt x="2542" y="174"/>
                </a:lnTo>
                <a:lnTo>
                  <a:pt x="2338" y="174"/>
                </a:lnTo>
                <a:lnTo>
                  <a:pt x="2140" y="170"/>
                </a:lnTo>
                <a:lnTo>
                  <a:pt x="1948" y="164"/>
                </a:lnTo>
                <a:lnTo>
                  <a:pt x="1762" y="156"/>
                </a:lnTo>
                <a:lnTo>
                  <a:pt x="1582" y="148"/>
                </a:lnTo>
                <a:lnTo>
                  <a:pt x="1410" y="138"/>
                </a:lnTo>
                <a:lnTo>
                  <a:pt x="1244" y="128"/>
                </a:lnTo>
                <a:lnTo>
                  <a:pt x="1088" y="116"/>
                </a:lnTo>
                <a:lnTo>
                  <a:pt x="938" y="104"/>
                </a:lnTo>
                <a:lnTo>
                  <a:pt x="668" y="78"/>
                </a:lnTo>
                <a:lnTo>
                  <a:pt x="438" y="54"/>
                </a:lnTo>
                <a:lnTo>
                  <a:pt x="254" y="34"/>
                </a:lnTo>
                <a:lnTo>
                  <a:pt x="116" y="1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8" name="Freeform 5"/>
          <p:cNvSpPr>
            <a:spLocks noEditPoints="1"/>
          </p:cNvSpPr>
          <p:nvPr/>
        </p:nvSpPr>
        <p:spPr bwMode="gray">
          <a:xfrm>
            <a:off x="0" y="0"/>
            <a:ext cx="9144000" cy="6858000"/>
          </a:xfrm>
          <a:custGeom>
            <a:avLst/>
            <a:gdLst/>
            <a:ahLst/>
            <a:cxnLst/>
            <a:rect l="0" t="0" r="r" b="b"/>
            <a:pathLst>
              <a:path w="5760" h="4320">
                <a:moveTo>
                  <a:pt x="0" y="0"/>
                </a:moveTo>
                <a:lnTo>
                  <a:pt x="0" y="4320"/>
                </a:lnTo>
                <a:lnTo>
                  <a:pt x="5760" y="4320"/>
                </a:lnTo>
                <a:lnTo>
                  <a:pt x="5760" y="0"/>
                </a:lnTo>
                <a:lnTo>
                  <a:pt x="0" y="0"/>
                </a:lnTo>
                <a:close/>
                <a:moveTo>
                  <a:pt x="5444" y="4004"/>
                </a:moveTo>
                <a:lnTo>
                  <a:pt x="324" y="4004"/>
                </a:lnTo>
                <a:lnTo>
                  <a:pt x="324" y="324"/>
                </a:lnTo>
                <a:lnTo>
                  <a:pt x="5444" y="324"/>
                </a:lnTo>
                <a:lnTo>
                  <a:pt x="5444" y="40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74928" y="1447799"/>
            <a:ext cx="1113516" cy="4572001"/>
          </a:xfrm>
        </p:spPr>
        <p:txBody>
          <a:bodyPr vert="eaVert" anchor="ctr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738" y="1447799"/>
            <a:ext cx="4416936" cy="45720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546" y="6365498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039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21010068">
              <a:off x="6359946" y="179029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5" name="Freeform 24"/>
            <p:cNvSpPr/>
            <p:nvPr/>
          </p:nvSpPr>
          <p:spPr bwMode="gray">
            <a:xfrm>
              <a:off x="485023" y="1856450"/>
              <a:ext cx="8173954" cy="4535226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440" y="927099"/>
            <a:ext cx="6345260" cy="7098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382" y="2489200"/>
            <a:ext cx="6345260" cy="353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74443" y="6365498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 b="1" i="0">
                <a:solidFill>
                  <a:schemeClr val="accen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0843" y="6365497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806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b="0" i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83464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6012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3444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0876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0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25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ejakiran24/Mini_Project.git" TargetMode="External"/><Relationship Id="rId2" Type="http://schemas.openxmlformats.org/officeDocument/2006/relationships/hyperlink" Target="https://urbanpulse-navigation-production.up.railway.app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City Traffic Navigation System Using Graph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6910" y="2482088"/>
            <a:ext cx="8416778" cy="35306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dirty="0"/>
              <a:t>Mini Project Presentation</a:t>
            </a:r>
          </a:p>
          <a:p>
            <a:pPr>
              <a:lnSpc>
                <a:spcPct val="150000"/>
              </a:lnSpc>
            </a:pPr>
            <a:r>
              <a:rPr dirty="0"/>
              <a:t>Developed to optimize urban route planning using graph algorithms</a:t>
            </a:r>
          </a:p>
          <a:p>
            <a:pPr>
              <a:lnSpc>
                <a:spcPct val="150000"/>
              </a:lnSpc>
            </a:pPr>
            <a:r>
              <a:rPr lang="en-IN" b="1" dirty="0"/>
              <a:t>Deployed Link</a:t>
            </a:r>
            <a:r>
              <a:rPr b="1" dirty="0"/>
              <a:t>: </a:t>
            </a:r>
            <a:r>
              <a:rPr sz="1600" dirty="0">
                <a:hlinkClick r:id="rId2"/>
              </a:rPr>
              <a:t>https://urbanpulse-navigation-production.up.railway.app/</a:t>
            </a:r>
            <a:endParaRPr sz="1600" dirty="0"/>
          </a:p>
          <a:p>
            <a:pPr>
              <a:lnSpc>
                <a:spcPct val="150000"/>
              </a:lnSpc>
            </a:pPr>
            <a:r>
              <a:rPr b="1" dirty="0"/>
              <a:t>GitHub:</a:t>
            </a:r>
            <a:r>
              <a:rPr dirty="0"/>
              <a:t> </a:t>
            </a:r>
            <a:r>
              <a:rPr dirty="0">
                <a:hlinkClick r:id="rId3"/>
              </a:rPr>
              <a:t>https://github.com/Tejakiran24/Mini_Project.git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8622" y="2400302"/>
            <a:ext cx="6345260" cy="3530600"/>
          </a:xfrm>
        </p:spPr>
        <p:txBody>
          <a:bodyPr/>
          <a:lstStyle/>
          <a:p>
            <a:r>
              <a:rPr dirty="0"/>
              <a:t>Rapid urbanization causes traffic congestion and increased travel time.</a:t>
            </a:r>
          </a:p>
          <a:p>
            <a:r>
              <a:rPr dirty="0"/>
              <a:t>Traditional navigation methods fail to adapt to dynamic traffic conditions.</a:t>
            </a:r>
          </a:p>
          <a:p>
            <a:r>
              <a:rPr dirty="0"/>
              <a:t>Users need an efficient system to identify optimal routes.</a:t>
            </a:r>
          </a:p>
          <a:p>
            <a:r>
              <a:rPr dirty="0"/>
              <a:t>Goal: Minimize travel time and improve navigation efficiency.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11ED41-FF68-E871-C937-4926F9815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080" y="2242151"/>
            <a:ext cx="2116530" cy="42226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DF9F73-571E-80C4-C16E-8A49EF77B3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273" r="30610" b="2"/>
          <a:stretch>
            <a:fillRect/>
          </a:stretch>
        </p:blipFill>
        <p:spPr>
          <a:xfrm>
            <a:off x="6643712" y="2288032"/>
            <a:ext cx="2381416" cy="261733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/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326" y="2288032"/>
            <a:ext cx="6345260" cy="3530600"/>
          </a:xfrm>
        </p:spPr>
        <p:txBody>
          <a:bodyPr/>
          <a:lstStyle/>
          <a:p>
            <a:r>
              <a:rPr dirty="0"/>
              <a:t>Represent city roads as a weighted graph.</a:t>
            </a:r>
          </a:p>
          <a:p>
            <a:r>
              <a:rPr dirty="0"/>
              <a:t>Vertices represent intersections and locations.</a:t>
            </a:r>
          </a:p>
          <a:p>
            <a:r>
              <a:rPr dirty="0"/>
              <a:t>Edges represent roads with distance or travel-time weights.</a:t>
            </a:r>
          </a:p>
          <a:p>
            <a:r>
              <a:rPr dirty="0"/>
              <a:t>Apply Dijkstra's Algorithm to compute shortest paths.</a:t>
            </a:r>
          </a:p>
          <a:p>
            <a:r>
              <a:rPr dirty="0"/>
              <a:t>Display routes through an interactive web interface.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014660-6E0C-6E9C-B4A9-7AF6C4A35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" y="4956048"/>
            <a:ext cx="8586216" cy="11344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Technologies and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382" y="2489200"/>
            <a:ext cx="7529810" cy="2905760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b="1" dirty="0"/>
              <a:t>Frontend: </a:t>
            </a:r>
            <a:r>
              <a:rPr dirty="0"/>
              <a:t>React.js, HTML, CSS, JavaScript</a:t>
            </a:r>
          </a:p>
          <a:p>
            <a:pPr>
              <a:lnSpc>
                <a:spcPct val="150000"/>
              </a:lnSpc>
            </a:pPr>
            <a:r>
              <a:rPr b="1" dirty="0"/>
              <a:t>Backend: </a:t>
            </a:r>
            <a:r>
              <a:rPr dirty="0"/>
              <a:t>Node.js and Express.js</a:t>
            </a:r>
          </a:p>
          <a:p>
            <a:pPr>
              <a:lnSpc>
                <a:spcPct val="150000"/>
              </a:lnSpc>
            </a:pPr>
            <a:r>
              <a:rPr b="1" dirty="0"/>
              <a:t>Mapping: </a:t>
            </a:r>
            <a:r>
              <a:rPr dirty="0"/>
              <a:t>OpenStreetMap / Leaflet</a:t>
            </a:r>
          </a:p>
          <a:p>
            <a:pPr>
              <a:lnSpc>
                <a:spcPct val="150000"/>
              </a:lnSpc>
            </a:pPr>
            <a:r>
              <a:rPr b="1" dirty="0"/>
              <a:t>Deployment: </a:t>
            </a:r>
            <a:r>
              <a:rPr dirty="0"/>
              <a:t>Railway</a:t>
            </a:r>
          </a:p>
          <a:p>
            <a:pPr>
              <a:lnSpc>
                <a:spcPct val="150000"/>
              </a:lnSpc>
            </a:pPr>
            <a:r>
              <a:rPr b="1" dirty="0"/>
              <a:t>Features: </a:t>
            </a:r>
            <a:r>
              <a:rPr dirty="0"/>
              <a:t>Route visualization, shortest path calculation, responsive 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and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dirty="0"/>
              <a:t>Successfully identifies optimal routes between locations.</a:t>
            </a:r>
          </a:p>
          <a:p>
            <a:pPr>
              <a:lnSpc>
                <a:spcPct val="150000"/>
              </a:lnSpc>
            </a:pPr>
            <a:r>
              <a:rPr dirty="0"/>
              <a:t>Reduces travel distance and navigation complexity.</a:t>
            </a:r>
          </a:p>
          <a:p>
            <a:pPr>
              <a:lnSpc>
                <a:spcPct val="150000"/>
              </a:lnSpc>
            </a:pPr>
            <a:r>
              <a:rPr dirty="0"/>
              <a:t>Demonstrates practical use of graph data structures.</a:t>
            </a:r>
          </a:p>
          <a:p>
            <a:pPr>
              <a:lnSpc>
                <a:spcPct val="150000"/>
              </a:lnSpc>
            </a:pPr>
            <a:r>
              <a:rPr dirty="0"/>
              <a:t>Future Scope: Real-time traffic APIs, predictive analytics, voice navigation.</a:t>
            </a:r>
          </a:p>
          <a:p>
            <a:pPr>
              <a:lnSpc>
                <a:spcPct val="150000"/>
              </a:lnSpc>
            </a:pPr>
            <a:r>
              <a:rPr dirty="0"/>
              <a:t>Conclusion: Graph algorithms enable efficient smart-city transportation solutions.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EAB766B-413E-ACAF-151D-AD85374C6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0920" y="1435608"/>
            <a:ext cx="6422005" cy="2095500"/>
          </a:xfrm>
        </p:spPr>
        <p:txBody>
          <a:bodyPr/>
          <a:lstStyle/>
          <a:p>
            <a:r>
              <a:rPr lang="en-IN" sz="6000" dirty="0">
                <a:latin typeface="Bradley Hand ITC" panose="03070402050302030203" pitchFamily="66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15091682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11</TotalTime>
  <Words>225</Words>
  <Application>Microsoft Office PowerPoint</Application>
  <PresentationFormat>On-screen Show (4:3)</PresentationFormat>
  <Paragraphs>29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Bradley Hand ITC</vt:lpstr>
      <vt:lpstr>Century Gothic</vt:lpstr>
      <vt:lpstr>Wingdings 3</vt:lpstr>
      <vt:lpstr>Ion Boardroom</vt:lpstr>
      <vt:lpstr>City Traffic Navigation System Using Graph Data Structure</vt:lpstr>
      <vt:lpstr>Problem Statement</vt:lpstr>
      <vt:lpstr>Methodology / Approach</vt:lpstr>
      <vt:lpstr>Technologies and Features</vt:lpstr>
      <vt:lpstr>Results and Conclusion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Teja kiran</dc:creator>
  <cp:keywords/>
  <dc:description>generated using python-pptx</dc:description>
  <cp:lastModifiedBy>Teja kiran</cp:lastModifiedBy>
  <cp:revision>2</cp:revision>
  <dcterms:created xsi:type="dcterms:W3CDTF">2013-01-27T09:14:16Z</dcterms:created>
  <dcterms:modified xsi:type="dcterms:W3CDTF">2026-06-22T16:32:01Z</dcterms:modified>
  <cp:category/>
</cp:coreProperties>
</file>